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3317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65960" y="22402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 Analyzer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965960" y="3154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sales coaching &amp; Voice-of-Customer intelligence for real estate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65960" y="3886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3886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3FA"/>
                </a:solidFill>
              </a:rPr>
              <a:t>📍  Pilot: Sunrise Residences · Whitefield, Bangalore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3BD"/>
                </a:solidFill>
              </a:rPr>
              <a:t>Prototype  ·  Team BYTEBattle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visit is a goldmine of data — and today it's all lost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61320" y="5486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48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3BD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19456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🎙️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vanish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pitches, customer objections, and on-the-spot feedback are never captured after the visit ends.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19456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🧑‍🏫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0916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objective coaching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37490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managers can't tell why a deal was won or lost, or which agents need help with which skills.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49640" y="219456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54964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aggregated signal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49640" y="37490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have no structured view of why leads hesitate — price, timelines, trust, or location.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pPr indent="0" marL="0">
              <a:buNone/>
            </a:pPr>
            <a:r>
              <a:rPr lang="en-US" sz="14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about coaching, pricing, and product positioning are made on gut feel instead of evidence.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Site Visit Analyzer  ·  BYTEBattle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2-minute voice note to coaching + market intelligence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61320" y="5486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48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3BD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40180" y="242316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44018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🎙️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2651760" y="2240280"/>
            <a:ext cx="384048" cy="38404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3FA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records a short voice summary right after the site visit, in-browser.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35661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410712" y="210312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02252" y="242316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302252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5513832" y="2240280"/>
            <a:ext cx="384048" cy="38404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19" name="Text 17"/>
          <p:cNvSpPr/>
          <p:nvPr/>
        </p:nvSpPr>
        <p:spPr>
          <a:xfrm>
            <a:off x="551383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3FA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10712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39312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listens to the raw audio — tone, content, and objections — not just a transcript.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16752" y="35661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272784" y="210312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64324" y="242316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7164324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8375904" y="2240280"/>
            <a:ext cx="384048" cy="38404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27" name="Text 25"/>
          <p:cNvSpPr/>
          <p:nvPr/>
        </p:nvSpPr>
        <p:spPr>
          <a:xfrm>
            <a:off x="8375904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3FA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72784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Coaching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01384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gets a 5-pillar scorecard, transcript, and one actionable coaching tip.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78824" y="35661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›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9134856" y="210312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26396" y="242316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10026396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🗣️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11237976" y="2240280"/>
            <a:ext cx="384048" cy="384048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35" name="Text 33"/>
          <p:cNvSpPr/>
          <p:nvPr/>
        </p:nvSpPr>
        <p:spPr>
          <a:xfrm>
            <a:off x="11237976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3FA"/>
                </a:solidFill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34856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VoC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363456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see synthesized customer themes across every visit, ranked by priority.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Site Visit Analyzer  ·  BYTEBattle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two audiences, in one product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61320" y="5486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48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3BD"/>
                </a:solidFill>
              </a:rPr>
              <a:t>Who It's For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4884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🧑‍💼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920240" y="21488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I perform? What should I do differently with this lead?”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4617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judgment-free scorecard after every visit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concrete coaching tip to apply on the next call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personal performance over time on the leaderboard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178308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12280" y="214884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🏗️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818120" y="21488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Sales Manager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31546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“Across all visits, why are customers hesitating — price, location, or agent knowledge?”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4160520"/>
            <a:ext cx="4617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Team-wide KPIs and pillar performance at a glance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leaderboard to identify coaching priorities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AI-synthesized Voice-of-Customer themes for product decisions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Site Visit Analyzer  ·  BYTEBattle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🎙️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audio capture, right in the browser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61320" y="5486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48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3BD"/>
                </a:solidFill>
              </a:rPr>
              <a:t>Feature 1 /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13071" y="2212848"/>
            <a:ext cx="6729984" cy="3529584"/>
          </a:xfrm>
          <a:prstGeom prst="roundRect">
            <a:avLst>
              <a:gd name="adj" fmla="val 2073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8" name="Image 0" descr="D:\SV_analyzer\deck_assets\scree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7663" y="2377440"/>
            <a:ext cx="6400800" cy="3200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965960"/>
            <a:ext cx="3907231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records a short spoken summary immediately after the visit — no app install, no extra hardware.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agent name and lead name alongside the recording for clean tracking.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guidance prompts the agent to mention the pitch, objections raised, and how they were handled.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Site Visit Analyzer  ·  BYTEBattle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scoring across 5 coaching pillars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61320" y="5486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48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3BD"/>
                </a:solidFill>
              </a:rPr>
              <a:t>Feature 2 /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15693"/>
            <a:ext cx="6364224" cy="3723894"/>
          </a:xfrm>
          <a:prstGeom prst="roundRect">
            <a:avLst>
              <a:gd name="adj" fmla="val 1964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8" name="Image 0" descr="D:\SV_analyzer\deck_assets\screen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80285"/>
            <a:ext cx="6035040" cy="33947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70064" y="1965960"/>
            <a:ext cx="4272991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listens to the raw audio — tone, pacing, and confidence — not just a text transcript.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visit on Tonality &amp; Pitch, Product Information, Product Knowledge, Objection Handling, and Rapport Building.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full transcript, an overall score, and one specific, actionable coaching tip.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extracts customer objections and positive signals from the conversation.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Site Visit Analyzer  ·  BYTEBattle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dashboard with real-time team KPIs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61320" y="5486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48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3BD"/>
                </a:solidFill>
              </a:rPr>
              <a:t>Feature 3 /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55871" y="2580437"/>
            <a:ext cx="7187184" cy="2794406"/>
          </a:xfrm>
          <a:prstGeom prst="roundRect">
            <a:avLst>
              <a:gd name="adj" fmla="val 2618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8" name="Image 0" descr="D:\SV_analyzer\deck_assets\scree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0463" y="2745029"/>
            <a:ext cx="6858000" cy="24652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965960"/>
            <a:ext cx="3450031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every recorded visit into a single live view for sales managers and developers.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total site visits, average overall score, and average objection-handling performance.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single biggest customer concern across the whole pipeline — automatically.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Site Visit Analyzer  ·  BYTEBattle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performance breakdown &amp; agent leaderboard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61320" y="5486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48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3BD"/>
                </a:solidFill>
              </a:rPr>
              <a:t>Feature 4 /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6729984" cy="3529584"/>
          </a:xfrm>
          <a:prstGeom prst="roundRect">
            <a:avLst>
              <a:gd name="adj" fmla="val 2073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8" name="Image 0" descr="D:\SV_analyzer\deck_assets\screen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77440"/>
            <a:ext cx="6400800" cy="3200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35824" y="1965960"/>
            <a:ext cx="3907231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the team's average score on each of the 5 coaching pillars to spot systemic strengths and gaps.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agents by overall score, turning every recording into a friendly performance leaderboard.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managers target coaching where it matters most — e.g. objection handling vs. rapport.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Site Visit Analyzer  ·  BYTEBattle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AI-synthesized Voice of Customer, ranked by priority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61320" y="5486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48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3BD"/>
                </a:solidFill>
              </a:rPr>
              <a:t>Feature 5 /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78831" y="2115693"/>
            <a:ext cx="6364224" cy="3723894"/>
          </a:xfrm>
          <a:prstGeom prst="roundRect">
            <a:avLst>
              <a:gd name="adj" fmla="val 1964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8" name="Image 0" descr="D:\SV_analyzer\deck_assets\scree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3423" y="2280285"/>
            <a:ext cx="6035040" cy="33947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965960"/>
            <a:ext cx="4272991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reads every customer objection collected across all visits and groups them into recurring themes.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theme gets a priority level, a mention count, a description, and a real supporting quote.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summary gives product and leadership teams a one-paragraph read on customer sentiment.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Site Visit Analyzer  ·  BYTEBattle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🛠️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stack, built to move from prototype to pilot fast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61320" y="5486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48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3BD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14884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a fast, Python-native UI for both the Agent and Developer dashboards.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14884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0916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3566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— multimodal model that analyzes audio directly for transcript + scoring.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0" y="18288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49640" y="214884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54964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49640" y="3566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 files for live and mock data — simple, transparent, and easy to swap for a real database.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every layer is replaceable without a rewrite — swap JSON for Postgres, or add a CRM integration, without touching the AI pipeline.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Site Visit Analyzer  ·  BYTEBattle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389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impact, and what comes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61320" y="5486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48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3BD"/>
                </a:solidFill>
              </a:rPr>
              <a:t>What's Next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Success Metrics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site visits with a recorded analysis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score improvement over time — does the coaching loop close?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the top VoC objection category, quarter over quarter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211D3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Roadmap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65392" y="26974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local JSON to a shared database for multi-agent, multi-property use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Multi-property / multi-project support for developers with several launches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 to push coaching scores and VoC themes into existing workflows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recording flow for agents in the field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Site Visit Analyzer  ·  BYTEBattle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3BD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657600"/>
            <a:ext cx="5029200" cy="502920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turn every site visit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4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coaching + insight engine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 Analyzer  ·  Prototype  ·  Team BYTEBattle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4846320" cy="502920"/>
          </a:xfrm>
          <a:prstGeom prst="roundRect">
            <a:avLst>
              <a:gd name="adj" fmla="val 49091"/>
            </a:avLst>
          </a:prstGeom>
          <a:solidFill>
            <a:srgbClr val="211D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6634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3FA"/>
                </a:solidFill>
              </a:rPr>
              <a:t>📍  Pilot: Sunrise Residences · Whitefield, Bangalore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Visit Analyzer</dc:title>
  <dc:subject>PptxGenJS Presentation</dc:subject>
  <dc:creator>BYTEBattle</dc:creator>
  <cp:lastModifiedBy>BYTEBattle</cp:lastModifiedBy>
  <cp:revision>1</cp:revision>
  <dcterms:created xsi:type="dcterms:W3CDTF">2026-06-14T11:25:01Z</dcterms:created>
  <dcterms:modified xsi:type="dcterms:W3CDTF">2026-06-14T11:25:01Z</dcterms:modified>
</cp:coreProperties>
</file>